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818CF8"/>
                </a:solidFill>
              </a:defRPr>
            </a:pPr>
            <a:r>
              <a:t>TIC-TAC-TOE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7FF"/>
                </a:solidFill>
              </a:defRPr>
            </a:pPr>
            <a:r>
              <a:t>Human vs Intelligent AI</a:t>
            </a:r>
          </a:p>
          <a:p>
            <a:pPr algn="ctr">
              <a:defRPr sz="1600">
                <a:solidFill>
                  <a:srgbClr val="A0AEC8"/>
                </a:solidFill>
              </a:defRPr>
            </a:pPr>
            <a:r>
              <a:t>CodeSoft Internship — Task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CodeSoft Internship • Task 2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Build an interactive Tic-Tac-Toe game for a human player and an AI opponent.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Make the AI evaluate possible moves instead of choosing randomly.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Provide a clean, responsive and user-friendly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CodeSoft Internship • Task 2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Create a functional 3 × 3 Tic-Tac-Toe board.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Allow the human player to play as X and the AI as O.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Use the Minimax algorithm for intelligent decision-making.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Detect wins, losses and draws automatically.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Provide New Game and score tracking.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CodeSoft Internship • Task 2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HTML5 — game structure and interface.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CSS3 — responsive glassmorphism UI, animations and effects.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JavaScript — game logic, events and AI.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Minimax Algorithm — evaluates game states and selects moves.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CodeSoft Internship • Task 2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Human vs AI gameplay.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Intelligent AI using Minimax.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Automatic winner and draw detection.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Winning cells are highlighted.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AI thinking animation.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Human, AI and Draw score counters.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New Game / reset functionality.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Mobile-responsive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CodeSoft Internship • Task 2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</a:defRPr>
            </a:pPr>
            <a:r>
              <a:t>How Minimax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1. AI temporarily tries each available move.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2. It explores possible future game states.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3. Winning states receive positive scores.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4. Human-winning states receive negative scores.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5. Draw states receive a neutral score.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6. AI selects the move with the best score.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CodeSoft Internship • Task 2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</a:defRPr>
            </a:pPr>
            <a:r>
              <a:t>Game Working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Start → Human selects an empty cell.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Place X → Check for win or draw.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If the game continues → AI starts thinking.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Minimax evaluates available moves.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AI places O → Check result.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If the game continues → Turn returns to the human.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New Game resets the board while keeping match scores.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CodeSoft Internship • Task 2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</a:defRPr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Premium dark gaming theme with glassmorphism styling.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Clear status indicator for the current turn.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Large 3 × 3 interactive game board.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Player cards for X, O and Draw scores.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Animated winning cells and AI-thinking status.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Responsive layout for desktop and mobile.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CodeSoft Internship • Task 2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</a:defRPr>
            </a:pPr>
            <a: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Simple and easy-to-use interface.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AI provides strategic gameplay.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Demonstrates a classic AI search technique.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Fast browser-based execution with no backend.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Score tracking supports multiple rounds.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Responsive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CodeSoft Internship • Task 2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Add Easy, Medium and Hard difficulty levels.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Add sound effects and optional background music.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Add player-name customization.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Add game history and match statistics.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Add online multiplayer.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Optimize AI search for larger game variants.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CodeSoft Internship • Task 2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The project implements a complete Tic-Tac-Toe game.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Minimax enables the AI to analyze possible moves.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The interface combines gameplay, animation, scoring and responsiveness.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The project demonstrates practical JavaScript and Artificial Intelligence concepts.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CodeSoft Internship • Task 2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</a:defRPr>
            </a:pPr>
            <a:r>
              <a:t>CodeSoft Task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Project: Tic-Tac-Toe AI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Core AI Technique: Minimax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Frontend: HTML, CSS and JavaScript</a:t>
            </a:r>
          </a:p>
          <a:p>
            <a:pPr>
              <a:spcAft>
                <a:spcPts val="1300"/>
              </a:spcAft>
              <a:defRPr sz="1900">
                <a:solidFill>
                  <a:srgbClr val="DCE2F0"/>
                </a:solidFill>
              </a:defRPr>
            </a:pPr>
            <a:r>
              <a:t>Status: Completed and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CodeSoft Internship • Task 2 •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